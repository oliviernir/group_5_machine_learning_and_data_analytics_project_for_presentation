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3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4" r:id="rId17"/>
    <p:sldId id="275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6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62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2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2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7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2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56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09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22" y="674132"/>
            <a:ext cx="8606902" cy="2237743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Algerian" panose="04020705040A02060702" pitchFamily="82" charset="0"/>
              </a:rPr>
              <a:t>Diabetes Prediction Using Machine Learning and API Deployment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01082" y="2416019"/>
            <a:ext cx="754158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/ Lecturer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600" dirty="0" smtClean="0">
                <a:latin typeface="Arial" panose="020B0604020202020204" pitchFamily="34" charset="0"/>
              </a:rPr>
              <a:t>AI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ML and </a:t>
            </a:r>
            <a:r>
              <a:rPr lang="en-US" altLang="en-US" sz="1600" dirty="0" smtClean="0">
                <a:latin typeface="Arial" panose="020B0604020202020204" pitchFamily="34" charset="0"/>
              </a:rPr>
              <a:t>B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igData analytics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of Rwanda – CST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20-Jan-2026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latin typeface="Arial" panose="020B0604020202020204" pitchFamily="34" charset="0"/>
              </a:rPr>
              <a:t>Prepared by Mr. Olivier Niragire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Phone: 0787425009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latin typeface="Arial" panose="020B0604020202020204" pitchFamily="34" charset="0"/>
              </a:rPr>
              <a:t>Email: niragiolivier@gmail.com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9748" y="1176523"/>
            <a:ext cx="861577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Diabetes is a chronic disease that affects millions of people worldwide.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prediction helps in prevention, timely treatment, and reduced healthcare costs.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providers need a reliable system to predict whether a patient is diabetic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medical measurements.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machine learning models to predict diabetes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 the best model as a production-ready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Dataset</a:t>
            </a:r>
            <a:r>
              <a:rPr lang="en-US" dirty="0" smtClean="0"/>
              <a:t> Description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7099" y="1758416"/>
            <a:ext cx="741729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Name: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Diabetes Dataset (Real-world medical dataset)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dataset (e.g.,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UCI)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Pregnancies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Glucose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Blood Pressure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Skin Thickness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Insulin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BMI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Diabetes Pedigree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Outcome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(0 = Non-diabetic, 1 = Diabetic)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Data </a:t>
            </a:r>
            <a:r>
              <a:rPr dirty="0" smtClean="0"/>
              <a:t>Exploration</a:t>
            </a:r>
            <a:r>
              <a:rPr lang="en-US" dirty="0" smtClean="0"/>
              <a:t> and understanding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5648" y="1633159"/>
            <a:ext cx="723086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Performed: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dataset shape and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Inspected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Analyzed class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missing and zero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medical features contained zero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was moderately balanced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Numeric features required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19" y="2028822"/>
            <a:ext cx="5486411" cy="3657607"/>
          </a:xfrm>
        </p:spPr>
      </p:pic>
    </p:spTree>
    <p:extLst>
      <p:ext uri="{BB962C8B-B14F-4D97-AF65-F5344CB8AC3E}">
        <p14:creationId xmlns:p14="http://schemas.microsoft.com/office/powerpoint/2010/main" val="4244757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3" y="1722268"/>
            <a:ext cx="6400813" cy="3969717"/>
          </a:xfrm>
        </p:spPr>
      </p:pic>
    </p:spTree>
    <p:extLst>
      <p:ext uri="{BB962C8B-B14F-4D97-AF65-F5344CB8AC3E}">
        <p14:creationId xmlns:p14="http://schemas.microsoft.com/office/powerpoint/2010/main" val="26487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8" y="1846263"/>
            <a:ext cx="5363633" cy="4022725"/>
          </a:xfrm>
        </p:spPr>
      </p:pic>
    </p:spTree>
    <p:extLst>
      <p:ext uri="{BB962C8B-B14F-4D97-AF65-F5344CB8AC3E}">
        <p14:creationId xmlns:p14="http://schemas.microsoft.com/office/powerpoint/2010/main" val="221273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Checked dataset shape and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146822"/>
            <a:ext cx="7543800" cy="342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3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>
                <a:latin typeface="Arial" panose="020B0604020202020204" pitchFamily="34" charset="0"/>
              </a:rPr>
              <a:t>Data Cleaning &amp; Preprocessing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0060" y="2115567"/>
            <a:ext cx="78567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Handled invalid zero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Scaled numerical features using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StandardScaler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dataset into training and testing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Preprocessing is Important: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fair comparison between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</a:rPr>
              <a:t>Machine Learning Models Used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992010"/>
            <a:ext cx="825963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implemented and compared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supervised machine learning models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and interpretable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 classification model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Forest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Ensemble-based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non-linearity well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Vector Machine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 in high-dimensional spaces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for complex decision boundaries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</a:rPr>
              <a:t>Model Training Approach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80477" y="1391544"/>
            <a:ext cx="64496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Strategy: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Train-test split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Cross-validation using Stratified K-Fold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 integration (Scaler +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This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data leakage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robust and reliable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Model Evaluation Metrics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71600" y="1885826"/>
            <a:ext cx="61655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Cross-validation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 for Choosing Metrics: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 is intuitive for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Cross-validation ensures model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Comparison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Best Performing Model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14" y="2245428"/>
            <a:ext cx="5953641" cy="3925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3200" b="1" dirty="0">
                <a:latin typeface="Arial" panose="020B0604020202020204" pitchFamily="34" charset="0"/>
              </a:rPr>
              <a:t>Model Selection &amp; Saving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43380" y="922134"/>
            <a:ext cx="71731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Selected Model</a:t>
            </a:r>
            <a:r>
              <a:rPr lang="en-US" altLang="en-US" sz="1800" b="1" dirty="0" smtClean="0">
                <a:latin typeface="Arial" panose="020B0604020202020204" pitchFamily="34" charset="0"/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Selected: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feature interactions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Robust to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Saving: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joblib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save trained model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reuse without retraining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Development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155023"/>
            <a:ext cx="716965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trained model as a REST API for real-world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Capabilities: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Accept patient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diabetes outcome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 result in JSON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</a:rPr>
              <a:t>API Architecture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66909" y="1160355"/>
            <a:ext cx="54730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 validation using Pydantic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loading at startup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endpoint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of FastAPI: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documentation (Swagger UI)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Production-ready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08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1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>
                <a:latin typeface="Arial" panose="020B0604020202020204" pitchFamily="34" charset="0"/>
              </a:rPr>
              <a:t>Example API Workflow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097" y="2256488"/>
            <a:ext cx="75327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User sends patient data via HTTP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validates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is scaled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makes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returns prediction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892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</a:t>
            </a:r>
            <a:r>
              <a:rPr dirty="0" smtClean="0"/>
              <a:t>Use </a:t>
            </a:r>
            <a:r>
              <a:rPr dirty="0"/>
              <a:t>Case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07815" y="1833174"/>
            <a:ext cx="392836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Can Use This System: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Hospitals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Clinics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 monitoring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diabetes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healthcare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smtClean="0"/>
              <a:t>Challenges</a:t>
            </a:r>
            <a:r>
              <a:rPr lang="en-US" dirty="0" smtClean="0"/>
              <a:t> </a:t>
            </a:r>
            <a:r>
              <a:rPr lang="en-US" altLang="en-US" b="1" dirty="0"/>
              <a:t>&amp; Limitations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268245" y="1331192"/>
            <a:ext cx="51268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quality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dataset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depends on dataset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Does not replace medical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More </a:t>
            </a:r>
            <a:r>
              <a:rPr dirty="0" smtClean="0"/>
              <a:t>data</a:t>
            </a:r>
            <a:endParaRPr lang="en-US" dirty="0" smtClean="0"/>
          </a:p>
          <a:p>
            <a:r>
              <a:rPr lang="en-US" dirty="0" smtClean="0"/>
              <a:t>Implement deep learning for image data</a:t>
            </a:r>
            <a:endParaRPr dirty="0"/>
          </a:p>
          <a:p>
            <a:r>
              <a:rPr dirty="0"/>
              <a:t>Cloud deployment</a:t>
            </a:r>
          </a:p>
          <a:p>
            <a:r>
              <a:rPr dirty="0"/>
              <a:t>Frontend integration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8246" y="1956172"/>
            <a:ext cx="812750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and compared three ML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best-performing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Deployed a production-ready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Demonstrated a real-world healthcare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significantly support early disease prediction when applied correctly.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5444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177</TotalTime>
  <Words>666</Words>
  <Application>Microsoft Office PowerPoint</Application>
  <PresentationFormat>On-screen Show (4:3)</PresentationFormat>
  <Paragraphs>194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Unicode MS</vt:lpstr>
      <vt:lpstr>Algerian</vt:lpstr>
      <vt:lpstr>Arial</vt:lpstr>
      <vt:lpstr>Calibri</vt:lpstr>
      <vt:lpstr>Calibri Light</vt:lpstr>
      <vt:lpstr>Retrospect</vt:lpstr>
      <vt:lpstr>Diabetes Prediction Using Machine Learning and API Deployment</vt:lpstr>
      <vt:lpstr>Problem Definition</vt:lpstr>
      <vt:lpstr>Dataset Description</vt:lpstr>
      <vt:lpstr>Data Exploration and understanding</vt:lpstr>
      <vt:lpstr>VISUALIZATION</vt:lpstr>
      <vt:lpstr>VISUALIZATION</vt:lpstr>
      <vt:lpstr>VISUALIZATION</vt:lpstr>
      <vt:lpstr>Checked dataset shape and structure</vt:lpstr>
      <vt:lpstr>Data Cleaning &amp; Preprocessing </vt:lpstr>
      <vt:lpstr>Machine Learning Models Used </vt:lpstr>
      <vt:lpstr>Model Training Approach </vt:lpstr>
      <vt:lpstr>Model Evaluation Metrics </vt:lpstr>
      <vt:lpstr>Model Performance Comparison</vt:lpstr>
      <vt:lpstr>Model Selection &amp; Saving </vt:lpstr>
      <vt:lpstr>API Development</vt:lpstr>
      <vt:lpstr>API Architecture </vt:lpstr>
      <vt:lpstr>Example API Workflow </vt:lpstr>
      <vt:lpstr>Real-world Use Case</vt:lpstr>
      <vt:lpstr>Challenges &amp; Limitations </vt:lpstr>
      <vt:lpstr>Future 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Machine Learning and API Deployment</dc:title>
  <dc:subject/>
  <dc:creator/>
  <cp:keywords/>
  <dc:description>generated using python-pptx</dc:description>
  <cp:lastModifiedBy>Olly_Gate-in</cp:lastModifiedBy>
  <cp:revision>22</cp:revision>
  <dcterms:created xsi:type="dcterms:W3CDTF">2013-01-27T09:14:16Z</dcterms:created>
  <dcterms:modified xsi:type="dcterms:W3CDTF">2026-01-20T20:29:01Z</dcterms:modified>
  <cp:category/>
</cp:coreProperties>
</file>